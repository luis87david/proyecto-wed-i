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FFC8"/>
                </a:solidFill>
              </a:rPr>
              <a:t>Ejemplo práctico de JWT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FFC8"/>
                </a:solidFill>
              </a:rPr>
              <a:t>• Inicio de sesión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645920" cy="1188720"/>
          </a:xfrm>
          <a:prstGeom prst="roundRect">
            <a:avLst/>
          </a:prstGeom>
          <a:solidFill>
            <a:srgbClr val="141923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FFC8"/>
                </a:solidFill>
              </a:rPr>
              <a:t>1. Usuario</a:t>
            </a:r>
          </a:p>
          <a:p>
            <a:r>
              <a:rPr sz="1100">
                <a:solidFill>
                  <a:srgbClr val="FFFFFF"/>
                </a:solidFill>
              </a:rPr>
              <a:t>Ingresa usuario y contraseña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1645920" cy="1188720"/>
          </a:xfrm>
          <a:prstGeom prst="roundRect">
            <a:avLst/>
          </a:prstGeom>
          <a:solidFill>
            <a:srgbClr val="141923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FFC8"/>
                </a:solidFill>
              </a:rPr>
              <a:t>2. Login</a:t>
            </a:r>
          </a:p>
          <a:p>
            <a:r>
              <a:rPr sz="1100">
                <a:solidFill>
                  <a:srgbClr val="FFFFFF"/>
                </a:solidFill>
              </a:rPr>
              <a:t>Cliente envía petición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828800"/>
            <a:ext cx="1645920" cy="1188720"/>
          </a:xfrm>
          <a:prstGeom prst="roundRect">
            <a:avLst/>
          </a:prstGeom>
          <a:solidFill>
            <a:srgbClr val="141923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FFC8"/>
                </a:solidFill>
              </a:rPr>
              <a:t>3. Servidor</a:t>
            </a:r>
          </a:p>
          <a:p>
            <a:r>
              <a:rPr sz="1100">
                <a:solidFill>
                  <a:srgbClr val="FFFFFF"/>
                </a:solidFill>
              </a:rPr>
              <a:t>Valida credenciales y genera JWT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828800"/>
            <a:ext cx="1645920" cy="1188720"/>
          </a:xfrm>
          <a:prstGeom prst="roundRect">
            <a:avLst/>
          </a:prstGeom>
          <a:solidFill>
            <a:srgbClr val="141923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FFC8"/>
                </a:solidFill>
              </a:rPr>
              <a:t>4. Respuesta</a:t>
            </a:r>
          </a:p>
          <a:p>
            <a:r>
              <a:rPr sz="1100">
                <a:solidFill>
                  <a:srgbClr val="FFFFFF"/>
                </a:solidFill>
              </a:rPr>
              <a:t>Devuelve el token JWT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11680" y="2148840"/>
            <a:ext cx="548640" cy="320040"/>
          </a:xfrm>
          <a:prstGeom prst="rightArrow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4297680" y="2148840"/>
            <a:ext cx="548640" cy="320040"/>
          </a:xfrm>
          <a:prstGeom prst="rightArrow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6583680" y="2148840"/>
            <a:ext cx="548640" cy="320040"/>
          </a:xfrm>
          <a:prstGeom prst="rightArrow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4114800" cy="1463040"/>
          </a:xfrm>
          <a:prstGeom prst="roundRect">
            <a:avLst/>
          </a:prstGeom>
          <a:solidFill>
            <a:srgbClr val="0F1219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0FFC8"/>
                </a:solidFill>
              </a:rPr>
              <a:t>¿Qué es un JWT?
</a:t>
            </a:r>
          </a:p>
          <a:p>
            <a:r>
              <a:rPr sz="1200">
                <a:solidFill>
                  <a:srgbClr val="FFFFFF"/>
                </a:solidFill>
              </a:rPr>
              <a:t>Es un token firmado digitalmente que contiene información del usuario y se usa para autenticar peticiones.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840480"/>
            <a:ext cx="3657600" cy="1463040"/>
          </a:xfrm>
          <a:prstGeom prst="roundRect">
            <a:avLst/>
          </a:prstGeom>
          <a:solidFill>
            <a:srgbClr val="0F1219"/>
          </a:solidFill>
          <a:ln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0FFC8"/>
                </a:solidFill>
              </a:rPr>
              <a:t>Estructura de JWT</a:t>
            </a:r>
          </a:p>
          <a:p>
            <a:r>
              <a:rPr sz="1400">
                <a:solidFill>
                  <a:srgbClr val="FFFFFF"/>
                </a:solidFill>
              </a:rPr>
              <a:t>Header . Payload . Signature</a:t>
            </a:r>
          </a:p>
          <a:p>
            <a:r>
              <a:rPr sz="1300" b="1">
                <a:solidFill>
                  <a:srgbClr val="00FFC8"/>
                </a:solidFill>
              </a:rPr>
              <a:t>Ejemplo: xxxx.yyyyy.zzzzz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✔ No necesita sesiones en el servidor</a:t>
            </a:r>
          </a:p>
          <a:p>
            <a:r>
              <a:rPr sz="1400">
                <a:solidFill>
                  <a:srgbClr val="FFFFFF"/>
                </a:solidFill>
              </a:rPr>
              <a:t>✔ Escalable y rápido</a:t>
            </a:r>
          </a:p>
          <a:p>
            <a:r>
              <a:rPr sz="1400">
                <a:solidFill>
                  <a:srgbClr val="FFFFFF"/>
                </a:solidFill>
              </a:rPr>
              <a:t>✔ Seguro gracias a la firma digital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