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dark_black_charcoal_presentation_slide_or_infog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